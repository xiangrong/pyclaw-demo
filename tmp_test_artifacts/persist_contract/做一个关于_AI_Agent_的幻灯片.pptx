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8412480" y="-777240"/>
            <a:ext cx="4389120" cy="4389120"/>
          </a:xfrm>
          <a:prstGeom prst="arc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4389120"/>
            <a:ext cx="2926080" cy="292608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94360"/>
            <a:ext cx="6217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93C5FD"/>
                </a:solidFill>
                <a:latin typeface="Microsoft YaHei"/>
              </a:rPr>
              <a:t>BAOYU DESIGN ·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7955279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</a:rPr>
              <a:t>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42032"/>
            <a:ext cx="7772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Microsoft YaHei"/>
              </a:rPr>
              <a:t>从目标理解到工具执行的 Agent 架构蓝图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977639"/>
            <a:ext cx="2514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22452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目标规划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404164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93C5FD"/>
                </a:solidFill>
                <a:latin typeface="Microsoft YaHei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3048" y="3977639"/>
            <a:ext cx="2514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5" y="422452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工具执行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404164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93C5FD"/>
                </a:solidFill>
                <a:latin typeface="Microsoft YaHe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3977639"/>
            <a:ext cx="251460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4224528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YaHei"/>
              </a:rPr>
              <a:t>反馈验收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4041648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93C5FD"/>
                </a:solidFill>
                <a:latin typeface="Microsoft YaHei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什么是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围绕用户目标自主规划和执行的智能系统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不仅生成文本，还能调用工具影响外部环境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通过观察结果持续修正下一步动作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Agent 与 Chatbot 的区别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Chatbot 偏一次性问答，Agent 偏多步任务完成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Agent 需要状态、工具、权限和验收机制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Agent 的输出应以可验证结果为准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核心架构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模型层：理解目标并产生计划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工具层：搜索、代码、文件、浏览器、业务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记忆层：保存偏好、进度和上下文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控制层：调度、重试、验收和安全边界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5084064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5230368"/>
            <a:ext cx="14264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目标理解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1448" y="5202936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90088" y="5084064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5230368"/>
            <a:ext cx="14264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任务规划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5202936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02936" y="5084064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76088" y="5230368"/>
            <a:ext cx="14264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工具调用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5202936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5783" y="5084064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88936" y="5230368"/>
            <a:ext cx="14264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观察反馈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5202936"/>
            <a:ext cx="4389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28632" y="5084064"/>
            <a:ext cx="157276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1784" y="5230368"/>
            <a:ext cx="1426464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验证交付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Planner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Tools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典型 Agent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Plan：拆解任务和选择策略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441448"/>
            <a:ext cx="598932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606040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516635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Act：调用工具或修改文件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163824"/>
            <a:ext cx="598932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328416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282696"/>
            <a:ext cx="516635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Observe：读取日志、结果和错误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3886200"/>
            <a:ext cx="598932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050791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05072"/>
            <a:ext cx="516635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Reflect/Repair：根据反馈修正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608576"/>
            <a:ext cx="5989320" cy="612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3856" y="4773168"/>
            <a:ext cx="256032" cy="256032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727448"/>
            <a:ext cx="516635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Deliver：验证后交付最终结果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工具调用与权限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工具必须有明确输入输出契约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副作用工具需要幂等、去重和审批策略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高风险操作应由 controller 做安全校验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用户最终看到的是结果，不是内部执行日志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Approval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Sandbox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记忆与上下文管理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短期上下文承载当前任务细节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长期记忆保存稳定偏好和项目事实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历史压缩要避免把 assistant 猜测变成用户需求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任务契约应锚定真实用户目标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可靠性工程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用完成证据替代口头宣称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失败时自动修复而不是要求用户二次确认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对文件、截图、邮件等交付物做验收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保持最终回复与实际交付一致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7C3AED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典型应用场景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代码开发与测试修复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知识检索与研究报告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办公自动化：文档、表格、幻灯片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运维巡检、数据分析和流程编排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891B2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3504" y="566928"/>
            <a:ext cx="658368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40080"/>
            <a:ext cx="438912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84632"/>
            <a:ext cx="77724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Microsoft YaHei"/>
              </a:rPr>
              <a:t>主要挑战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658368"/>
            <a:ext cx="21945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AI Agent 落地方案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6565392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1719072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3856" y="1883664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837943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长程任务容易偏离目标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578608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3856" y="2743200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697479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工具错误和环境差异会累积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438144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3856" y="3602736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557015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权限与安全边界复杂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297679"/>
            <a:ext cx="5989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3856" y="4462271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416551"/>
            <a:ext cx="516635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Microsoft YaHei"/>
              </a:rPr>
              <a:t>结果质量需要可观测和可验收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417320"/>
            <a:ext cx="3639312" cy="416052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73568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1874519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209397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971800"/>
            <a:ext cx="12070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9488" y="3191256"/>
            <a:ext cx="106070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Microsoft YaHei"/>
              </a:rPr>
              <a:t>Observe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422452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Agent 执行闭环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617720"/>
            <a:ext cx="26517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Microsoft YaHei"/>
              </a:rPr>
              <a:t>目标 → 计划 → 执行 → 观察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6446520"/>
            <a:ext cx="10972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6291072"/>
            <a:ext cx="3474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icrosoft YaHei"/>
              </a:rPr>
              <a:t>PyClaw · Agent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236208"/>
            <a:ext cx="502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